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84CEF-B9C9-42B8-9237-3AF4D0BC9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12AF2B-ED0A-413A-9A5B-4D8C38539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2C91D9-FA3E-4667-A21D-C41D9D50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660D0D-E081-4B88-8308-67A5D4BB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5CDA05-BA98-4645-8D81-5BCB9832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17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347C7-D39B-4B28-9D2B-63FEBB7B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C1966F-3186-4BB6-81BC-3F49656AF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861428-A468-4C63-8932-14AFE36F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DD0B69-F50D-4359-9172-3049E1CA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0593C8-AFD2-4F9D-8A7C-322C4614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23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BDDCD-6819-496F-A0B2-867D0540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449EAC-2B63-4ED7-9B7F-F469EFA8B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D58F2F-4DFF-44B1-A208-3F5E5289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4C0704-DBE3-4882-B10C-CC6E29E5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96256A-D0A0-462C-8B6C-C50ECAA7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12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71652-E564-4CD2-BB51-F88F7216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0ABC84-E715-470C-BBDB-84DD86DE2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CF393F-857B-4C57-ACE3-3FB8094D0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F0D75F-196F-4684-A1CB-8A3361C2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095F08-E968-4F4A-B1E3-66F4975BB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F65F32-0A37-46C7-822C-5E2707A9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38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5509F-4DDF-47E1-BDAD-479BC711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34BCD1-C473-49C2-9FF5-24DA503F6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DB9B6D-92EE-4C89-90BC-8DD5BEADA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30B6A7-6F73-43AC-A353-894985A97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1434B3-A939-4DF1-8A1F-A3AD45557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2F4E16-12E4-491B-BCCD-F42BC833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F7C342C-8200-47FF-8A98-9E35FE757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B625A8-0E26-4095-9C4F-C414AA0E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11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855A9-2CB1-43F0-A1AF-ED28B9DA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2B818F-9E4F-4AA2-A1BC-C7E603E7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C1C3012-E37C-43EB-BFD4-022CAF48A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91A6C5-B7C7-4A3D-B875-07E3F5A1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97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B8CD45-46AD-4005-BCDC-2988CC7E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0CCDFA-E588-4EDF-9296-74CABDFF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B1F123-D1E9-4E69-BE79-E02BC8FF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950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F9D35-FC27-4B90-ABB4-252DC473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359ED-1BC6-4B3B-BCEF-1FD2165A8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8BB860-E65E-4B3E-835F-2894B7E13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D359A0-205C-4BF6-A83E-9E8BFAC9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99C51E-3FA6-4444-907E-A9C2B6F9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D22A45-61EB-4482-8DDB-B54E69BC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93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5E675-0365-4AC3-A395-C58FCD2C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9AAAFF-91A2-486E-868D-C354DBDD3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7CD4A8-0D07-481D-96EA-5C9D9758F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2CFAD3-6162-4A50-B77C-465371B4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C0625C-D2F7-45D4-AE82-E4D79449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4C97B2-D76E-44DB-8672-7209B462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75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B44B4-EFB6-4F0E-9185-885BF3F4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0B1BD8-4DA2-4973-BC7D-8893661A6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3A34CA-768D-4E45-BB48-375F927F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803CA-6B77-48BB-8E15-BCF043D9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9F84B4-326E-412A-91C4-B94F5892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10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200A21-F47B-4561-8499-18263BD97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BA489D-7D6E-4E54-9E01-7363880EE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B1F127-1193-4D3B-9671-6C16D08A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D031B-8B3D-411A-949D-28EA1502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5C2A7D-E562-46BF-BADB-7ED4943A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85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143794D-F998-4C0E-A944-81BA0C1E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ABABFE-1AFB-4DE8-B664-96A5089C0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332941-57FD-4326-98D8-3FC6341DC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5BC38-46B3-4446-B713-5935857BD32A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D2DCBF-4390-483D-8240-274D4DA2D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9EE99A-AE08-4133-BB2E-E1231BBFF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35B2-B3A9-4364-A9C4-C6E1251AA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11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DF3D00-997D-4EEA-B8D9-E2EDD17D0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Multiplica 2025 — Socialização de Prática Exitosa</a:t>
            </a:r>
            <a:br>
              <a:rPr lang="en-US" sz="40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0C09B5-4B52-4F88-86FE-2EBDC0971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b="1" dirty="0" err="1">
                <a:effectLst/>
              </a:rPr>
              <a:t>Projeto</a:t>
            </a:r>
            <a:r>
              <a:rPr lang="en-US" sz="2800" b="1" dirty="0">
                <a:effectLst/>
              </a:rPr>
              <a:t>: </a:t>
            </a:r>
            <a:r>
              <a:rPr lang="en-US" sz="2800" b="1" dirty="0" err="1">
                <a:effectLst/>
              </a:rPr>
              <a:t>Programação</a:t>
            </a:r>
            <a:r>
              <a:rPr lang="en-US" sz="2800" b="1" dirty="0">
                <a:effectLst/>
              </a:rPr>
              <a:t> </a:t>
            </a:r>
            <a:r>
              <a:rPr lang="en-US" sz="2800" b="1" dirty="0" err="1">
                <a:effectLst/>
              </a:rPr>
              <a:t>Criativa</a:t>
            </a:r>
            <a:r>
              <a:rPr lang="en-US" sz="2800" b="1" dirty="0">
                <a:effectLst/>
              </a:rPr>
              <a:t> com p5.js (</a:t>
            </a:r>
            <a:r>
              <a:rPr lang="en-US" sz="2800" b="1" dirty="0" err="1">
                <a:effectLst/>
              </a:rPr>
              <a:t>Formulário</a:t>
            </a:r>
            <a:r>
              <a:rPr lang="en-US" sz="2800" b="1" dirty="0">
                <a:effectLst/>
              </a:rPr>
              <a:t>, </a:t>
            </a:r>
            <a:r>
              <a:rPr lang="en-US" sz="2800" b="1" dirty="0" err="1">
                <a:effectLst/>
              </a:rPr>
              <a:t>Calculadora</a:t>
            </a:r>
            <a:r>
              <a:rPr lang="en-US" sz="2800" b="1" dirty="0">
                <a:effectLst/>
              </a:rPr>
              <a:t> e Jogo) e </a:t>
            </a:r>
            <a:r>
              <a:rPr lang="en-US" sz="2800" b="1" dirty="0" err="1">
                <a:effectLst/>
              </a:rPr>
              <a:t>Robótica</a:t>
            </a:r>
            <a:r>
              <a:rPr lang="en-US" sz="2800" b="1" dirty="0">
                <a:effectLst/>
              </a:rPr>
              <a:t> Virtual com </a:t>
            </a:r>
            <a:r>
              <a:rPr lang="en-US" sz="2800" b="1" dirty="0" err="1">
                <a:effectLst/>
              </a:rPr>
              <a:t>VEXcode</a:t>
            </a:r>
            <a:r>
              <a:rPr lang="en-US" sz="2800" b="1" dirty="0">
                <a:effectLst/>
              </a:rPr>
              <a:t> VR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Escola: Monsenhor Bicudo</a:t>
            </a:r>
            <a:br>
              <a:rPr lang="en-US" sz="2800" dirty="0">
                <a:effectLst/>
              </a:rPr>
            </a:br>
            <a:r>
              <a:rPr lang="en-US" sz="2800" dirty="0">
                <a:effectLst/>
              </a:rPr>
              <a:t>Professor: Prof. Renato Valente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Turmas</a:t>
            </a:r>
            <a:r>
              <a:rPr lang="en-US" sz="2800" dirty="0">
                <a:effectLst/>
              </a:rPr>
              <a:t>: 1º </a:t>
            </a:r>
            <a:r>
              <a:rPr lang="en-US" sz="2800" dirty="0" err="1">
                <a:effectLst/>
              </a:rPr>
              <a:t>anos</a:t>
            </a:r>
            <a:r>
              <a:rPr lang="en-US" sz="2800" dirty="0">
                <a:effectLst/>
              </a:rPr>
              <a:t> do Ensino </a:t>
            </a:r>
            <a:r>
              <a:rPr lang="en-US" sz="2800" dirty="0" err="1">
                <a:effectLst/>
              </a:rPr>
              <a:t>Médio</a:t>
            </a:r>
            <a:br>
              <a:rPr lang="en-US" sz="2800" dirty="0">
                <a:effectLst/>
              </a:rPr>
            </a:br>
            <a:r>
              <a:rPr lang="en-US" sz="2800" dirty="0">
                <a:effectLst/>
              </a:rPr>
              <a:t>Data: 13/10/2025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520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8039E1-E382-4CBE-A39D-A1209B99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1. Objetivo</a:t>
            </a:r>
            <a:b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B8ACAD-B51B-4D73-B27C-D7CFDD96D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algn="just"/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Introduzir lógica de programação e pensamento computacional por meio de atividades práticas no p5.js (formulário com validação, calculadora funcional e minijogo).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460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57632E-D48D-4DF2-B152-C5CAFDCF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2. Conteúdos e competências</a:t>
            </a:r>
            <a:b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349D13-D542-4CCC-B339-96BF97A1C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808" y="10141"/>
            <a:ext cx="6213192" cy="6638309"/>
          </a:xfrm>
        </p:spPr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Entrada de dados, eventos e manipulação de DOM no p5.js (</a:t>
            </a:r>
            <a:r>
              <a:rPr lang="pt-B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</a:t>
            </a: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Input, </a:t>
            </a:r>
            <a:r>
              <a:rPr lang="pt-B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buttons</a:t>
            </a: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</a:t>
            </a: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backs</a:t>
            </a: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b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Estruturas de controle: condicionais, laços, funções e tratamento de erros.</a:t>
            </a:r>
          </a:p>
          <a:p>
            <a:pPr marL="0" indent="0" algn="just">
              <a:buNone/>
            </a:pPr>
            <a:b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Vetores/objetos simples para estados do jogo (tiros, alvos e colisões).</a:t>
            </a:r>
          </a:p>
          <a:p>
            <a:pPr marL="0" indent="0" algn="just">
              <a:buNone/>
            </a:pPr>
            <a:b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 Planejamento algorítmico e depuração (mensagens de erro do console do p5.js).</a:t>
            </a:r>
            <a:b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7595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054AD1-F35B-4F03-A54C-D93BF33C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3. Materiais</a:t>
            </a:r>
            <a:b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F96E48-B142-4EE9-843B-EEAAF206D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Laboratório de Informática com internet; editor p5.js Web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7671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242862-404E-428E-B111-35E39543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Desenvolvimento (etapas)</a:t>
            </a:r>
            <a:endParaRPr lang="pt-BR" sz="4000" b="1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3A7924-17AB-47FF-A75F-1DADFE389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-2"/>
            <a:ext cx="4862447" cy="6705602"/>
          </a:xfrm>
        </p:spPr>
        <p:txBody>
          <a:bodyPr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pt-B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3º Ano  Ensino Médio </a:t>
            </a:r>
          </a:p>
          <a:p>
            <a:pPr>
              <a:spcAft>
                <a:spcPts val="10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4.2 Projeto 1 — Formulário: inputs de nome/idade e verificador de maioridade (interface e validação).</a:t>
            </a:r>
          </a:p>
          <a:p>
            <a:pPr>
              <a:spcAft>
                <a:spcPts val="10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4.3 Projeto 2 — Calculadora: layout com botões, captura de cliques, avaliação de expressões e limpeza.</a:t>
            </a:r>
          </a:p>
          <a:p>
            <a:pPr>
              <a:spcAft>
                <a:spcPts val="10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4.4 Projeto 3 — Jogo: deslocamento, disparo, colisão com alvos e contagem de pontos.</a:t>
            </a:r>
          </a:p>
          <a:p>
            <a:endParaRPr lang="pt-BR" sz="1700" dirty="0"/>
          </a:p>
        </p:txBody>
      </p:sp>
    </p:spTree>
    <p:extLst>
      <p:ext uri="{BB962C8B-B14F-4D97-AF65-F5344CB8AC3E}">
        <p14:creationId xmlns:p14="http://schemas.microsoft.com/office/powerpoint/2010/main" val="54604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2484B6-62E9-4FEA-8549-47188615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5. Resultados observados</a:t>
            </a:r>
            <a:br>
              <a:rPr lang="pt-BR" sz="4000" b="1" kern="0">
                <a:solidFill>
                  <a:srgbClr val="FFFFF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CD81C6-870D-4B23-9AB0-D419CF17D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Estudantes concluíram três protótipos no p5.js (formulário, calculadora e jogo) </a:t>
            </a:r>
            <a:b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Evolução na leitura de mensagens de erro e correções (ex.: parâmetros corretos de </a:t>
            </a:r>
            <a:r>
              <a:rPr lang="pt-BR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 escopo de variáveis, ordem de desenho).</a:t>
            </a:r>
          </a:p>
          <a:p>
            <a:pPr marL="0" indent="0">
              <a:buNone/>
            </a:pPr>
            <a:b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19387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5">
            <a:extLst>
              <a:ext uri="{FF2B5EF4-FFF2-40B4-BE49-F238E27FC236}">
                <a16:creationId xmlns:a16="http://schemas.microsoft.com/office/drawing/2014/main" id="{E973D766-973B-3C12-0569-96A95C649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956463" y="-377537"/>
            <a:ext cx="6857999" cy="7613075"/>
          </a:xfrm>
          <a:prstGeom prst="rect">
            <a:avLst/>
          </a:prstGeom>
          <a:gradFill>
            <a:gsLst>
              <a:gs pos="0">
                <a:schemeClr val="accent2"/>
              </a:gs>
              <a:gs pos="93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E8E591E8-7630-9132-3ED4-89AF19D9B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95396" y="-34425"/>
            <a:ext cx="6850175" cy="694303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2000">
                <a:schemeClr val="accent5"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2E0BE2-782B-0F37-B52B-EF37A5375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86873" y="-6922"/>
            <a:ext cx="2391306" cy="6888025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8000">
                <a:schemeClr val="accent5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1D1AB0-473A-F281-C966-8F0B17091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86157" y="-1211410"/>
            <a:ext cx="5198610" cy="7613076"/>
          </a:xfrm>
          <a:prstGeom prst="rect">
            <a:avLst/>
          </a:prstGeom>
          <a:gradFill flip="none" rotWithShape="1">
            <a:gsLst>
              <a:gs pos="2000">
                <a:schemeClr val="accent5">
                  <a:lumMod val="60000"/>
                  <a:lumOff val="40000"/>
                  <a:alpha val="68000"/>
                </a:schemeClr>
              </a:gs>
              <a:gs pos="48000">
                <a:schemeClr val="accent5">
                  <a:lumMod val="60000"/>
                  <a:lumOff val="40000"/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591DCE-E44C-4E4F-B578-E77B6E42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883" y="1536180"/>
            <a:ext cx="4782084" cy="20857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Evidencias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9ABADBA-DA25-4783-AF3D-993A05618E98}"/>
              </a:ext>
            </a:extLst>
          </p:cNvPr>
          <p:cNvPicPr/>
          <p:nvPr/>
        </p:nvPicPr>
        <p:blipFill>
          <a:blip r:embed="rId2"/>
          <a:srcRect l="71" r="-4" b="-4"/>
          <a:stretch>
            <a:fillRect/>
          </a:stretch>
        </p:blipFill>
        <p:spPr>
          <a:xfrm>
            <a:off x="1" y="-7635"/>
            <a:ext cx="5524500" cy="3436622"/>
          </a:xfrm>
          <a:prstGeom prst="rect">
            <a:avLst/>
          </a:prstGeom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C8F77F30-F1F9-480B-85EE-21E4DBC6A9D0}"/>
              </a:ext>
            </a:extLst>
          </p:cNvPr>
          <p:cNvPicPr/>
          <p:nvPr/>
        </p:nvPicPr>
        <p:blipFill>
          <a:blip r:embed="rId3"/>
          <a:srcRect t="40" r="-2" b="-2"/>
          <a:stretch>
            <a:fillRect/>
          </a:stretch>
        </p:blipFill>
        <p:spPr>
          <a:xfrm>
            <a:off x="21" y="3425202"/>
            <a:ext cx="5524480" cy="343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8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37C00A-5833-4B60-93BF-C6F350092493}"/>
              </a:ext>
            </a:extLst>
          </p:cNvPr>
          <p:cNvPicPr/>
          <p:nvPr/>
        </p:nvPicPr>
        <p:blipFill>
          <a:blip r:embed="rId2"/>
          <a:srcRect t="27444" r="-2" b="1660"/>
          <a:stretch>
            <a:fillRect/>
          </a:stretch>
        </p:blipFill>
        <p:spPr>
          <a:xfrm>
            <a:off x="6400800" y="785813"/>
            <a:ext cx="5370097" cy="4805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CA62FA-A3C2-4722-A2AA-B1C2256E64B3}"/>
              </a:ext>
            </a:extLst>
          </p:cNvPr>
          <p:cNvPicPr/>
          <p:nvPr/>
        </p:nvPicPr>
        <p:blipFill>
          <a:blip r:embed="rId3"/>
          <a:srcRect t="34450" r="-2" b="-2"/>
          <a:stretch>
            <a:fillRect/>
          </a:stretch>
        </p:blipFill>
        <p:spPr>
          <a:xfrm>
            <a:off x="421103" y="785813"/>
            <a:ext cx="5674897" cy="490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3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295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Multiplica 2025 — Socialização de Prática Exitosa </vt:lpstr>
      <vt:lpstr>1. Objetivo </vt:lpstr>
      <vt:lpstr>2. Conteúdos e competências </vt:lpstr>
      <vt:lpstr>3. Materiais </vt:lpstr>
      <vt:lpstr>4. Desenvolvimento (etapas)</vt:lpstr>
      <vt:lpstr>5. Resultados observados </vt:lpstr>
      <vt:lpstr>Evidencias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Multiplica 2025 — Socialização de Prática Exitosa</dc:title>
  <dc:creator>Bicudo 2025</dc:creator>
  <cp:lastModifiedBy>Bicudo 2025</cp:lastModifiedBy>
  <cp:revision>4</cp:revision>
  <dcterms:created xsi:type="dcterms:W3CDTF">2025-10-13T18:58:09Z</dcterms:created>
  <dcterms:modified xsi:type="dcterms:W3CDTF">2025-10-13T19:17:09Z</dcterms:modified>
</cp:coreProperties>
</file>